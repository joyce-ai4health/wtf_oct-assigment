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ppt/slides/slide2.xml" ContentType="application/vnd.openxmlformats-officedocument.presentationml.slide+xml"/>
  <Override PartName="/ppt/notesSlides/notesSlide.xml" ContentType="application/vnd.openxmlformats-officedocument.presentationml.notesSlide+xml"/>
  <Override PartName="/ppt/slides/slide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notesSlides/notesSlide3.xml" ContentType="application/vnd.openxmlformats-officedocument.presentationml.notesSlide+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elId0"/>
    <p:sldId id="258" r:id="RelId1"/>
    <p:sldId id="259" r:id="Rel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0" autoAdjust="0"/>
    <p:restoredTop sz="86410" autoAdjust="0"/>
  </p:normalViewPr>
  <p:slideViewPr>
    <p:cSldViewPr snapToGrid="0" snapToObjects="1">
      <p:cViewPr varScale="1">
        <p:scale>
          <a:sx n="72" d="100"/>
          <a:sy n="72" d="100"/>
        </p:scale>
        <p:origin x="84" y="7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elId1" Type="http://schemas.openxmlformats.org/officeDocument/2006/relationships/slide" Target="/ppt/slides/slide3.xml"/><Relationship Id="rId8" Type="http://schemas.openxmlformats.org/officeDocument/2006/relationships/customXml" Target="../customXml/item2.xml"/><Relationship Id="rId3" Type="http://schemas.openxmlformats.org/officeDocument/2006/relationships/presProps" Target="presProps.xml"/><Relationship Id="RelId0" Type="http://schemas.openxmlformats.org/officeDocument/2006/relationships/slide" Target="/ppt/slides/slide2.xml"/><Relationship Id="rId7" Type="http://schemas.openxmlformats.org/officeDocument/2006/relationships/customXml" Target="../customXml/item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elId2" Type="http://schemas.openxmlformats.org/officeDocument/2006/relationships/slide" Target="/ppt/slides/slide4.xml"/><Relationship Id="rId4" Type="http://schemas.openxmlformats.org/officeDocument/2006/relationships/viewProps" Target="viewProps.xml"/><Relationship Id="rId9" Type="http://schemas.openxmlformats.org/officeDocument/2006/relationships/customXml" Target="../customXml/item3.xml"/></Relationships>
</file>

<file path=ppt/notesSlides/notesSlide.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2.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Monthly Debt by Loan Status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Top 5 Monthly Debt by Purpose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Bottom 5 Monthly Debt by Purpose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Monthly Debt by Home Ownership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Monthly Debt by Term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Monthly Debt by Years in current job</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3.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Annual Income by Loan Status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Top 5 Annual Debt by Purpose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Bottom 5 Annual Debt by Purpose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Annual Income by Home Ownership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Annual Income by Term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Annual Income by Years in current job</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11/25/2020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11/25/2020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11/25/2020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11/25/2020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media/image1.png" Id="rId2" /><Relationship Type="http://schemas.openxmlformats.org/officeDocument/2006/relationships/slideLayout" Target="../slideLayouts/slideLayout7.xml" Id="rId1" /><Relationship Type="http://schemas.openxmlformats.org/officeDocument/2006/relationships/image" Target="../media/image3.png" Id="rId5" /><Relationship Type="http://schemas.openxmlformats.org/officeDocument/2006/relationships/image" Target="../media/image2.png" Id="rId4" /><Relationship Type="http://schemas.openxmlformats.org/officeDocument/2006/relationships/hyperlink" Target="https://app.powerbi.com/groups/me/reports/53b0c128-94e3-42c8-b7a7-02ea52d3120d?pbi_source=PowerPoint" TargetMode="External" Id="coverSlideHpLink" /></Relationships>
</file>

<file path=ppt/slides/_rels/slide2.xml.rels>&#65279;<?xml version="1.0" encoding="utf-8"?><Relationships xmlns="http://schemas.openxmlformats.org/package/2006/relationships"><Relationship Type="http://schemas.openxmlformats.org/officeDocument/2006/relationships/notesSlide" Target="/ppt/notesSlides/notesSlide.xml" Id="Rf00cadfd3ef24dad" /><Relationship Type="http://schemas.openxmlformats.org/officeDocument/2006/relationships/slideLayout" Target="/ppt/slideLayouts/slideLayout8.xml" Id="R48b5dd2ac4ac4e7f" /><Relationship Type="http://schemas.openxmlformats.org/officeDocument/2006/relationships/hyperlink" Target="https://app.powerbi.com/groups/me/reports/53b0c128-94e3-42c8-b7a7-02ea52d3120d/?pbi_source=PowerPoint" TargetMode="External" Id="RelId0" /><Relationship Type="http://schemas.openxmlformats.org/officeDocument/2006/relationships/image" Target="/ppt/media/image4.png" Id="imgId148701126" /></Relationships>
</file>

<file path=ppt/slides/_rels/slide3.xml.rels>&#65279;<?xml version="1.0" encoding="utf-8"?><Relationships xmlns="http://schemas.openxmlformats.org/package/2006/relationships"><Relationship Type="http://schemas.openxmlformats.org/officeDocument/2006/relationships/notesSlide" Target="/ppt/notesSlides/notesSlide2.xml" Id="Ra76bc72634f94b46" /><Relationship Type="http://schemas.openxmlformats.org/officeDocument/2006/relationships/slideLayout" Target="/ppt/slideLayouts/slideLayout8.xml" Id="R9ec17a2956aa4662" /><Relationship Type="http://schemas.openxmlformats.org/officeDocument/2006/relationships/hyperlink" Target="https://app.powerbi.com/groups/me/reports/53b0c128-94e3-42c8-b7a7-02ea52d3120d/?pbi_source=PowerPoint" TargetMode="External" Id="RelId1" /><Relationship Type="http://schemas.openxmlformats.org/officeDocument/2006/relationships/image" Target="/ppt/media/image5.png" Id="imgId148701127" /></Relationships>
</file>

<file path=ppt/slides/_rels/slide4.xml.rels>&#65279;<?xml version="1.0" encoding="utf-8"?><Relationships xmlns="http://schemas.openxmlformats.org/package/2006/relationships"><Relationship Type="http://schemas.openxmlformats.org/officeDocument/2006/relationships/notesSlide" Target="/ppt/notesSlides/notesSlide3.xml" Id="R5831a24c25814869" /><Relationship Type="http://schemas.openxmlformats.org/officeDocument/2006/relationships/slideLayout" Target="/ppt/slideLayouts/slideLayout8.xml" Id="Rb4a64ad09098496e" /><Relationship Type="http://schemas.openxmlformats.org/officeDocument/2006/relationships/hyperlink" Target="https://app.powerbi.com/groups/me/reports/53b0c128-94e3-42c8-b7a7-02ea52d3120d/?pbi_source=PowerPoint" TargetMode="External" Id="RelId2" /><Relationship Type="http://schemas.openxmlformats.org/officeDocument/2006/relationships/image" Target="/ppt/media/image6.png" Id="imgId148701128" /></Relationships>
</file>

<file path=ppt/slides/slide1.xml><?xml version="1.0" encoding="utf-8"?>
<p:sld xmlns:adec="http://schemas.microsoft.com/office/drawing/2017/decorative"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Loan Analysis</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coverSlideHpLink"/>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09/11/2023 15:43:15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16/07/2023 15:53:05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p="http://schemas.openxmlformats.org/presentationml/2006/main">
  <p:cSld>
    <p:spTree>
      <p:nvGrpSpPr>
        <p:cNvPr id="1" name=""/>
        <p:cNvGrpSpPr/>
        <p:nvPr/>
      </p:nvGrpSpPr>
      <p:grpSpPr/>
      <p:pic>
        <p:nvPicPr>
          <p:cNvPr id="3" name="Picture" title="This slide contains the following visuals: shape ,textbox ,image ,shape ,textbox. Please refer to the notes on this slide for details">
            <a:hlinkClick xmlns:r="http://schemas.openxmlformats.org/officeDocument/2006/relationships" xmlns:a="http://schemas.openxmlformats.org/drawingml/2006/main" r:id="RelId0"/>
          </p:cNvPr>
          <p:cNvPicPr>
            <a:picLocks xmlns:a="http://schemas.openxmlformats.org/drawingml/2006/main" noChangeAspect="1"/>
          </p:cNvPicPr>
          <p:nvPr/>
        </p:nvPicPr>
        <p:blipFill>
          <a:blip xmlns:r="http://schemas.openxmlformats.org/officeDocument/2006/relationships" xmlns:a="http://schemas.openxmlformats.org/drawingml/2006/main" r:embed="imgId148701126"/>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Summary</a:t>
            </a:r>
          </a:p>
        </p:txBody>
      </p:sp>
    </p:spTree>
    <p:clrMapOvr>
      <a:masterClrMapping xmlns:a="http://schemas.openxmlformats.org/drawingml/2006/main"/>
    </p:clrMapOvr>
  </p:cSld>
</p:sld>
</file>

<file path=ppt/slides/slide3.xml><?xml version="1.0" encoding="utf-8"?>
<p:sld xmlns:p="http://schemas.openxmlformats.org/presentationml/2006/main">
  <p:cSld>
    <p:spTree>
      <p:nvGrpSpPr>
        <p:cNvPr id="1" name=""/>
        <p:cNvGrpSpPr/>
        <p:nvPr/>
      </p:nvGrpSpPr>
      <p:grpSpPr/>
      <p:pic>
        <p:nvPicPr>
          <p:cNvPr id="3" name="Picture" title="This slide contains the following visuals: shape ,textbox ,image ,card ,card ,card ,shape ,shape ,shape ,Monthly Debt by Loan Status ,Top 5 Monthly Debt by Purpose ,Bottom 5 Monthly Debt by Purpose ,shape ,shape ,shape ,Monthly Debt by Home Ownership ,Monthly Debt by Term ,Monthly Debt by Years in current job ,slicer ,slicer. Please refer to the notes on this slide for details">
            <a:hlinkClick xmlns:r="http://schemas.openxmlformats.org/officeDocument/2006/relationships" xmlns:a="http://schemas.openxmlformats.org/drawingml/2006/main" r:id="RelId1"/>
          </p:cNvPr>
          <p:cNvPicPr>
            <a:picLocks xmlns:a="http://schemas.openxmlformats.org/drawingml/2006/main" noChangeAspect="1"/>
          </p:cNvPicPr>
          <p:nvPr/>
        </p:nvPicPr>
        <p:blipFill>
          <a:blip xmlns:r="http://schemas.openxmlformats.org/officeDocument/2006/relationships" xmlns:a="http://schemas.openxmlformats.org/drawingml/2006/main" r:embed="imgId148701127"/>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Page 1</a:t>
            </a:r>
          </a:p>
        </p:txBody>
      </p:sp>
    </p:spTree>
    <p:clrMapOvr>
      <a:masterClrMapping xmlns:a="http://schemas.openxmlformats.org/drawingml/2006/main"/>
    </p:clrMapOvr>
  </p:cSld>
</p:sld>
</file>

<file path=ppt/slides/slide4.xml><?xml version="1.0" encoding="utf-8"?>
<p:sld xmlns:p="http://schemas.openxmlformats.org/presentationml/2006/main">
  <p:cSld>
    <p:spTree>
      <p:nvGrpSpPr>
        <p:cNvPr id="1" name=""/>
        <p:cNvGrpSpPr/>
        <p:nvPr/>
      </p:nvGrpSpPr>
      <p:grpSpPr/>
      <p:pic>
        <p:nvPicPr>
          <p:cNvPr id="3" name="Picture" title="This slide contains the following visuals: shape ,textbox ,image ,card ,card ,card ,shape ,shape ,shape ,Annual Income by Loan Status ,Top 5 Annual Debt by Purpose ,Bottom 5 Annual Debt by Purpose ,shape ,shape ,shape ,Annual Income by Home Ownership ,Annual Income by Term ,Annual Income by Years in current job ,slicer ,slicer. Please refer to the notes on this slide for details">
            <a:hlinkClick xmlns:r="http://schemas.openxmlformats.org/officeDocument/2006/relationships" xmlns:a="http://schemas.openxmlformats.org/drawingml/2006/main" r:id="RelId2"/>
          </p:cNvPr>
          <p:cNvPicPr>
            <a:picLocks xmlns:a="http://schemas.openxmlformats.org/drawingml/2006/main" noChangeAspect="1"/>
          </p:cNvPicPr>
          <p:nvPr/>
        </p:nvPicPr>
        <p:blipFill>
          <a:blip xmlns:r="http://schemas.openxmlformats.org/officeDocument/2006/relationships" xmlns:a="http://schemas.openxmlformats.org/drawingml/2006/main" r:embed="imgId148701128"/>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 Page 2</a:t>
            </a:r>
          </a:p>
        </p:txBody>
      </p:sp>
    </p:spTree>
    <p:clrMapOvr>
      <a:masterClrMapping xmlns:a="http://schemas.openxmlformats.org/drawingml/2006/main"/>
    </p:clrMapOvr>
  </p:cSld>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1456D4E2E0F4A4D8F52602ADCEE7D1C" ma:contentTypeVersion="11" ma:contentTypeDescription="Create a new document." ma:contentTypeScope="" ma:versionID="b3eaf9420d5ef088ce4d4d3fd58e6160">
  <xsd:schema xmlns:xsd="http://www.w3.org/2001/XMLSchema" xmlns:xs="http://www.w3.org/2001/XMLSchema" xmlns:p="http://schemas.microsoft.com/office/2006/metadata/properties" xmlns:ns2="774b40c4-8217-4a51-8235-46a76c200c0a" xmlns:ns3="220f01ff-2dfe-41c2-bb44-90a4736c261d" targetNamespace="http://schemas.microsoft.com/office/2006/metadata/properties" ma:root="true" ma:fieldsID="df84be1679a772e6a3e6c39d40db6540" ns2:_="" ns3:_="">
    <xsd:import namespace="774b40c4-8217-4a51-8235-46a76c200c0a"/>
    <xsd:import namespace="220f01ff-2dfe-41c2-bb44-90a4736c261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74b40c4-8217-4a51-8235-46a76c200c0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0d82563b-0873-4153-b60d-32ffd6f0d13b"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20f01ff-2dfe-41c2-bb44-90a4736c261d"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6e78361f-0064-4e5f-995a-71a14d4bcd46}" ma:internalName="TaxCatchAll" ma:showField="CatchAllData" ma:web="220f01ff-2dfe-41c2-bb44-90a4736c261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74b40c4-8217-4a51-8235-46a76c200c0a">
      <Terms xmlns="http://schemas.microsoft.com/office/infopath/2007/PartnerControls"/>
    </lcf76f155ced4ddcb4097134ff3c332f>
    <TaxCatchAll xmlns="220f01ff-2dfe-41c2-bb44-90a4736c261d" xsi:nil="true"/>
  </documentManagement>
</p:properties>
</file>

<file path=customXml/itemProps1.xml><?xml version="1.0" encoding="utf-8"?>
<ds:datastoreItem xmlns:ds="http://schemas.openxmlformats.org/officeDocument/2006/customXml" ds:itemID="{E7CA286F-DF3A-4564-9BD1-5B2C69879715}"/>
</file>

<file path=customXml/itemProps2.xml><?xml version="1.0" encoding="utf-8"?>
<ds:datastoreItem xmlns:ds="http://schemas.openxmlformats.org/officeDocument/2006/customXml" ds:itemID="{5DE88C31-F9C4-40FD-9326-6C865538C9A8}"/>
</file>

<file path=customXml/itemProps3.xml><?xml version="1.0" encoding="utf-8"?>
<ds:datastoreItem xmlns:ds="http://schemas.openxmlformats.org/officeDocument/2006/customXml" ds:itemID="{EE84F12B-7D59-4C4E-A7B4-048B5AA433C7}"/>
</file>

<file path=docProps/app.xml><?xml version="1.0" encoding="utf-8"?>
<Properties xmlns="http://schemas.openxmlformats.org/officeDocument/2006/extended-properties" xmlns:vt="http://schemas.openxmlformats.org/officeDocument/2006/docPropsVTypes">
  <Template/>
  <TotalTime>5</TotalTime>
  <Words>27</Words>
  <Application>Microsoft Office PowerPoint</Application>
  <PresentationFormat>Widescreen</PresentationFormat>
  <Paragraphs>6</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Segoe UI</vt:lpstr>
      <vt:lpstr>Segoe UI Light</vt:lpstr>
      <vt:lpstr>Segoe UI Semibold</vt:lpstr>
      <vt:lpstr>Custom Design</vt:lpstr>
      <vt:lpstr>#Name of Power BI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Brian Butler</cp:lastModifiedBy>
  <cp:revision>4</cp:revision>
  <dcterms:created xsi:type="dcterms:W3CDTF">2016-09-04T11:54:55Z</dcterms:created>
  <dcterms:modified xsi:type="dcterms:W3CDTF">2020-11-25T15:29:01Z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0x01010001456D4E2E0F4A4D8F52602ADCEE7D1C</vt:lpwstr>
  </property>
</Properties>
</file>